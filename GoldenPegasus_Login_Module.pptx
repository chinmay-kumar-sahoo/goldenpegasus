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EBB2D1-45D3-4EFE-B10C-24FB4B3C4708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1E7905-46C2-40E9-A754-406B2AFCB6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7166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1E7905-46C2-40E9-A754-406B2AFCB6D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26384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1E7905-46C2-40E9-A754-406B2AFCB6D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4610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1E7905-46C2-40E9-A754-406B2AFCB6D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4531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1E7905-46C2-40E9-A754-406B2AFCB6D2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38759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1E7905-46C2-40E9-A754-406B2AFCB6D2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2825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1E7905-46C2-40E9-A754-406B2AFCB6D2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1732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1E7905-46C2-40E9-A754-406B2AFCB6D2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1985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1E7905-46C2-40E9-A754-406B2AFCB6D2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8228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18737-1889-D535-1139-1EA350149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5DA703-FBFA-FE21-9885-50336E7947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0F668-226C-2267-B92B-09F9A317D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23621-EB2C-4351-860E-E17C4444FA2D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97985-724F-A3C0-7209-649CD3AF2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27300-010C-846D-769B-40EF777A4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6BFC9-F772-4EFA-8D14-5835C5A543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4891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0BBF3-F918-973F-793C-5D63E169B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82404-59DE-D1DD-6110-AB64BF60E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4C819-3D46-A8E2-41CD-1B1F46554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23621-EB2C-4351-860E-E17C4444FA2D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B6A56-220E-E89D-621B-4434DB84C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77CE6-7474-F97F-5452-011855387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6BFC9-F772-4EFA-8D14-5835C5A543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0454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92FF5-E311-BAAF-F8D9-83A56C906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BF3C5E-8497-0D7A-CE65-957BD849E7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49FF5-BFF7-B6EC-E7CD-A4480B373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23621-EB2C-4351-860E-E17C4444FA2D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297467-8677-EF5C-5B84-EBEAD7EC0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D92AC-426C-BA83-719C-48359A8CB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6BFC9-F772-4EFA-8D14-5835C5A543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443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DD03D-0F5A-FE65-CC84-6455C6B31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D13B7-4BE4-2960-C87E-D1747BE4AB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0154D2-09E4-E367-DB23-C9F0A5F9BE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209550-DBE5-1E5F-9C9A-04A30B31A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23621-EB2C-4351-860E-E17C4444FA2D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78AE16-A063-A0F4-09A8-BA6C51DAD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0D4D59-2E7D-0906-94E6-AB0273606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6BFC9-F772-4EFA-8D14-5835C5A543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021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4BAA9-38C7-DB25-8DC4-FDD9EF745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A17D1E-3C6F-B84A-F834-F88EFF2FA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51FD85-AD78-C70A-4068-071C5EA5C2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6A11FC-62B3-5538-7812-88F709DC5F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C34D15-7FCA-7317-80D2-AD2E158029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76EB8D-00DF-D1B8-C0A0-86C9DFDD0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23621-EB2C-4351-860E-E17C4444FA2D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6A4560-741F-BE0E-9A26-4B3220014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FDF61F-8192-5A82-0323-4947572D2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6BFC9-F772-4EFA-8D14-5835C5A543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5884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FEA3C-E17B-FD00-099F-CD1B8EC9A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2775DA-47D5-4C39-B58C-91C75A12F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23621-EB2C-4351-860E-E17C4444FA2D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F9D9B9-A097-9113-A4EA-C86191BB4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886553-6D83-CBBB-E47C-5AE0B40CB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6BFC9-F772-4EFA-8D14-5835C5A543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590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E030EE-D652-1C6C-EAC3-27F19742E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23621-EB2C-4351-860E-E17C4444FA2D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C8198A-305D-331F-303C-05D7BD759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2D416D-A338-C161-FCE9-802EC74D7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6BFC9-F772-4EFA-8D14-5835C5A543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330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FFA01-9413-070C-2078-CF46BBBF7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67EB2-A5D5-03E9-C1E2-D8B96169B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48BFA3-9C64-2AEE-1EBB-B4CA4CB08D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5325D1-4631-0942-2B60-24534DCFF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23621-EB2C-4351-860E-E17C4444FA2D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CE1702-F9F5-83A3-CE11-05BB8860D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2BD0E6-4757-5917-1AB4-3D799076C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6BFC9-F772-4EFA-8D14-5835C5A543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902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AC67F-13D7-6282-415D-D772B479F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A08FCC-81E8-871F-3B01-60FE0B7152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6B73A3-0C15-7B3B-CE5B-D5F8CA8333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18C8F9-E7FE-9637-3B43-0D1378460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23621-EB2C-4351-860E-E17C4444FA2D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C6CEE-9E67-C6C9-68F5-DBD1A219E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061AA3-68E4-8EDC-AC92-A2AB79719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6BFC9-F772-4EFA-8D14-5835C5A543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7318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CB2B1-E294-AE85-BBF6-F54F57DE8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1FD374-20CF-678C-1253-01C2CA966B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962DF-5C12-D4AE-D8DA-C549EA235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23621-EB2C-4351-860E-E17C4444FA2D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94325-8B44-B1B3-13E2-596A117B9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6BFCC-3587-11C9-FD91-4AD09C394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6BFC9-F772-4EFA-8D14-5835C5A543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9523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347E33-BD0D-8665-6169-F0E539D92E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2A3C64-E690-F78A-C50D-1D43B290B3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B1070-3157-5685-6B98-A89299899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23621-EB2C-4351-860E-E17C4444FA2D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7B4A1-6208-226F-D794-E00273FB9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B5EAD-AFB3-5668-B84B-A8B672A18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6BFC9-F772-4EFA-8D14-5835C5A543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0584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71494D-5F63-FDBB-E16D-D9B754F29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7B3CAD-A7EF-BA7A-D44A-545C46A17F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05AAD-5E10-9D36-33D8-A2E97581AD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023621-EB2C-4351-860E-E17C4444FA2D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65746-010A-2C00-CC30-22F241CC5E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ED93A-3C66-068C-6CBA-C6B3AF8FBD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B6BFC9-F772-4EFA-8D14-5835C5A543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7288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2A1CD-1D41-7104-305D-69F41226F3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GoldenPegasus Employee Login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BD0E6F-DBA0-70C5-3585-A6D3FCFE21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IN"/>
              <a:t>Next.js + Supabase Authentication Module
GoldenPegasus IT Consulting &amp; Services LLC
Next.js 16 / TypeScript / Supabase / Tailwind CSS</a:t>
            </a:r>
          </a:p>
        </p:txBody>
      </p:sp>
    </p:spTree>
    <p:extLst>
      <p:ext uri="{BB962C8B-B14F-4D97-AF65-F5344CB8AC3E}">
        <p14:creationId xmlns:p14="http://schemas.microsoft.com/office/powerpoint/2010/main" val="1733322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C85B7-7A1D-ED98-BA62-064F124C70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>
                <a:solidFill>
                  <a:srgbClr val="5EC522"/>
                </a:solidFill>
              </a:rPr>
              <a:t>Module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F0493E-751A-82DE-9D31-0557C46067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600"/>
              <a:t>Purpose: Employee authentication gateway for the GoldenPegasus platform
• Secure email/password sign-in
• Role-based access control (employee vs admin)
• Session management and error handling
Features:
• Client-side rendering
• Real-time form validation
• Password visibility toggle
• URL-based error/message passing (email confirmation, etc.)
Stack: Next.js 16 App Router + Supabase Auth + Tailwind CSS</a:t>
            </a:r>
          </a:p>
        </p:txBody>
      </p:sp>
    </p:spTree>
    <p:extLst>
      <p:ext uri="{BB962C8B-B14F-4D97-AF65-F5344CB8AC3E}">
        <p14:creationId xmlns:p14="http://schemas.microsoft.com/office/powerpoint/2010/main" val="501692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E0106-ABD2-798E-9EF9-C1EBDB2365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>
                <a:solidFill>
                  <a:srgbClr val="5EC522"/>
                </a:solidFill>
              </a:rPr>
              <a:t>State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46707D-4B9A-EB8A-9E54-2680EFAE65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600"/>
              <a:t>Six state variables control the form:
1. email (string) - Controlled email input
2. password (string) - Controlled password input
3. showPassword (boolean) - Toggle password visibility
4. error (string) - Red error banner messages
5. message (string) - Green success/info banner
6. loading (boolean) - Disables button, shows "Signing in..."
useEffect: Parses URL params on mount for:
• error, message, email_confirmed flags
• Deferred with setTimeout(0) for Strict Mode safety</a:t>
            </a:r>
          </a:p>
        </p:txBody>
      </p:sp>
    </p:spTree>
    <p:extLst>
      <p:ext uri="{BB962C8B-B14F-4D97-AF65-F5344CB8AC3E}">
        <p14:creationId xmlns:p14="http://schemas.microsoft.com/office/powerpoint/2010/main" val="823450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B41CC-1452-1E96-24A7-42BDBADC11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>
                <a:solidFill>
                  <a:srgbClr val="5EC522"/>
                </a:solidFill>
              </a:rPr>
              <a:t>Authentication 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9B7532-B8C9-9F09-2419-075E0912C3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600"/>
              <a:t>Step-by-step login process:
1. User submits email + password
2. supabase.auth.signInWithPassword() validates
3. Auth error? -&gt; display error, stop
4. Email confirmed? -&gt; If no, sign out locally, prompt verification
5. Fetch profile.role from 'profiles' table
6. Role = admin? -&gt; sign out locally, redirect to /admin-login
7. Role = employee? -&gt; hard redirect to /dashboard
8. Catch block -&gt; generic error message
Design: Hard redirect (window.location.href) ensures fresh session</a:t>
            </a:r>
          </a:p>
        </p:txBody>
      </p:sp>
    </p:spTree>
    <p:extLst>
      <p:ext uri="{BB962C8B-B14F-4D97-AF65-F5344CB8AC3E}">
        <p14:creationId xmlns:p14="http://schemas.microsoft.com/office/powerpoint/2010/main" val="1030868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4FD66-B6A6-509C-21F8-D624005553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>
                <a:solidFill>
                  <a:srgbClr val="5EC522"/>
                </a:solidFill>
              </a:rPr>
              <a:t>Role-Based Access Control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F7526B-4626-B39E-5C97-CB202DAA0B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600"/>
              <a:t>Critical security logic:
if (profile.role === "admin") {
  await supabase.auth.signOut({ scope: 'local' });
  setError("Administrators must use the Admin Login portal.");
}
Purpose:
• Prevents admins from entering employee dashboard
• Forces dedicated /admin-login route
• Local sign-out clears session token
Design: Two separate login pages for security separation</a:t>
            </a:r>
          </a:p>
        </p:txBody>
      </p:sp>
    </p:spTree>
    <p:extLst>
      <p:ext uri="{BB962C8B-B14F-4D97-AF65-F5344CB8AC3E}">
        <p14:creationId xmlns:p14="http://schemas.microsoft.com/office/powerpoint/2010/main" val="1007388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B0DB0-2D2F-8BB3-919C-B9134A16F1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>
                <a:solidFill>
                  <a:srgbClr val="5EC522"/>
                </a:solidFill>
              </a:rPr>
              <a:t>UI/UX Highlights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D876E-11F5-A59D-BF15-CC65496724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600"/>
              <a:t>Dark Theme Design:
• Background: bg-[#0a0a0a] (near-black)
• Card: bg-[#111111] / border-[#2a2a2a]
• Accent: green (#22c55e) for buttons and links
• Subtle background glow (blur-3xl)
• Dark form inputs (bg-[#1a1a1a])
Interactions:
• Password show/hide SVG toggle
• Forgot password hover link
• Disabled button (opacity-50)
• Hover shadow on submit
• Red/green error banners
Accessibility: htmlFor/id labels, semantic HTML</a:t>
            </a:r>
          </a:p>
        </p:txBody>
      </p:sp>
    </p:spTree>
    <p:extLst>
      <p:ext uri="{BB962C8B-B14F-4D97-AF65-F5344CB8AC3E}">
        <p14:creationId xmlns:p14="http://schemas.microsoft.com/office/powerpoint/2010/main" val="3577376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10412-C6D0-CA72-3DFC-6AABF058E5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>
                <a:solidFill>
                  <a:srgbClr val="5EC522"/>
                </a:solidFill>
              </a:rPr>
              <a:t>Error Handling Strategy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091A74-3561-7757-F8E3-9AA236DE0D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600"/>
              <a:t>Three feedback tiers:
ERROR BANNER (red border):
• Wrong password / user not found
• Email not confirmed
• Admin on employee login
• Account setup incomplete
• Link to admin-login page included in message
MESSAGE BANNER (green border):
• Email confirmation success
• Guidance after errors
LOADING STATE:
• Button: "Signing in..." + disabled
• Prevents double submission
URL params: error, message, email_confirmed</a:t>
            </a:r>
          </a:p>
        </p:txBody>
      </p:sp>
    </p:spTree>
    <p:extLst>
      <p:ext uri="{BB962C8B-B14F-4D97-AF65-F5344CB8AC3E}">
        <p14:creationId xmlns:p14="http://schemas.microsoft.com/office/powerpoint/2010/main" val="4151388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B41F4-4867-ADB5-B53E-3FA370A8D5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>
                <a:solidFill>
                  <a:srgbClr val="5EC522"/>
                </a:solidFill>
              </a:rPr>
              <a:t>Code Architecture &amp; Imports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9D01CC-CF75-DFEC-A6A7-24DA2C2EAB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600"/>
              <a:t>import { useState, useEffect } from "react";
import Link from "next/link";
import { createClient } from "@/lib/supabase/client";
import BackHomeNav from "@/components/BackHomeNav";
import BrandLogo from "@/components/BrandLogo";
Dependencies:
• react-hot-toast (root layout)
• @supabase/ssr (browser client)
• next/font (Inter)
Components: BackHomeNav (back nav), BrandLogo (SVG lockup)
Styling: Tailwind, dark theme, responsive (max-w-md)</a:t>
            </a:r>
          </a:p>
        </p:txBody>
      </p:sp>
    </p:spTree>
    <p:extLst>
      <p:ext uri="{BB962C8B-B14F-4D97-AF65-F5344CB8AC3E}">
        <p14:creationId xmlns:p14="http://schemas.microsoft.com/office/powerpoint/2010/main" val="3351826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38F18-62CC-248D-7D5C-31C35C6995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>
                <a:solidFill>
                  <a:srgbClr val="5EC522"/>
                </a:solidFill>
              </a:rPr>
              <a:t>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7B868F-7174-6D32-7515-F8FA62A208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600"/>
              <a:t>Login Page (src/app/login/page.tsx)
✓ Secure email/password auth via Supabase
✓ Role-based routing (admin -&gt; /admin-login)
✓ Comprehensive error handling + visual feedback
✓ Dark modern UI with Tailwind CSS
✓ Email confirmation verification
✓ Password visibility toggle
✓ URL param support for cross-page messages
✓ Loading states prevent double submission
~210 lines, self-contained 'use client' component</a:t>
            </a:r>
          </a:p>
        </p:txBody>
      </p:sp>
    </p:spTree>
    <p:extLst>
      <p:ext uri="{BB962C8B-B14F-4D97-AF65-F5344CB8AC3E}">
        <p14:creationId xmlns:p14="http://schemas.microsoft.com/office/powerpoint/2010/main" val="2534988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842</Words>
  <Application>Microsoft Office PowerPoint</Application>
  <PresentationFormat>Widescreen</PresentationFormat>
  <Paragraphs>26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GoldenPegasus Employee Login</vt:lpstr>
      <vt:lpstr>Module Overview</vt:lpstr>
      <vt:lpstr>State Management</vt:lpstr>
      <vt:lpstr>Authentication Flow</vt:lpstr>
      <vt:lpstr>Role-Based Access Control</vt:lpstr>
      <vt:lpstr>UI/UX Highlights</vt:lpstr>
      <vt:lpstr>Error Handling Strategy</vt:lpstr>
      <vt:lpstr>Code Architecture &amp; Imports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Chinmaya Sahoo</dc:creator>
  <cp:lastModifiedBy>Chinmaya Sahoo</cp:lastModifiedBy>
  <cp:revision>1</cp:revision>
  <dcterms:created xsi:type="dcterms:W3CDTF">2026-06-18T21:10:55Z</dcterms:created>
  <dcterms:modified xsi:type="dcterms:W3CDTF">2026-06-18T21:10:55Z</dcterms:modified>
</cp:coreProperties>
</file>